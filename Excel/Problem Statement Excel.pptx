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Lato Black"/>
      <p:bold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Black-boldItalic.fntdata"/><Relationship Id="rId11" Type="http://schemas.openxmlformats.org/officeDocument/2006/relationships/slide" Target="slides/slide7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6.xml"/><Relationship Id="rId21" Type="http://schemas.openxmlformats.org/officeDocument/2006/relationships/font" Target="fonts/CenturyGothic-regular.fntdata"/><Relationship Id="rId13" Type="http://schemas.openxmlformats.org/officeDocument/2006/relationships/slide" Target="slides/slide9.xml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8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atoBlack-bold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670915" y="2503397"/>
            <a:ext cx="6849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IN" sz="66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631" y="4030384"/>
            <a:ext cx="1935214" cy="1935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8976" y="4203766"/>
            <a:ext cx="1679450" cy="176183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990700" y="1426800"/>
            <a:ext cx="28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92D050"/>
                </a:solidFill>
                <a:latin typeface="Lato Black"/>
                <a:ea typeface="Lato Black"/>
                <a:cs typeface="Lato Black"/>
                <a:sym typeface="Lato Black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PIZZA SALES E</a:t>
            </a:r>
            <a:r>
              <a:rPr lang="en-IN" sz="44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XCEL </a:t>
            </a: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PROJECT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, create, database, hd, new, plus, server icon - Download on Iconfinder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827" y="2708337"/>
            <a:ext cx="2839528" cy="2839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New D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3273" y="1310123"/>
            <a:ext cx="5495274" cy="520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327701" y="1310125"/>
            <a:ext cx="16014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5940" y="1310135"/>
            <a:ext cx="6222520" cy="5366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Import / Export through files — CMDBuild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463" y="2108610"/>
            <a:ext cx="4050649" cy="405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1676" y="2443161"/>
            <a:ext cx="10919534" cy="374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69351" y="1310125"/>
            <a:ext cx="2359500" cy="6465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928950" y="1310125"/>
            <a:ext cx="20001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 PNGs for Free Download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88" y="2851030"/>
            <a:ext cx="3159830" cy="254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title="SQL Queri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8425" y="1310125"/>
            <a:ext cx="5047892" cy="5192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670925" y="2503400"/>
            <a:ext cx="813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IN" sz="66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990700" y="1426800"/>
            <a:ext cx="293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PIZZA SALES PROJECT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8" title="Microsoft_Excel-Logo.wine-Photoroo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4874" y="4000500"/>
            <a:ext cx="3242250" cy="216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CONNECTING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770" y="2512985"/>
            <a:ext cx="2513849" cy="3015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ugs connection outline symbol in a circle - Free interface icons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44257" t="0"/>
          <a:stretch/>
        </p:blipFill>
        <p:spPr>
          <a:xfrm>
            <a:off x="4675950" y="2246966"/>
            <a:ext cx="1631368" cy="3510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ugs connection outline symbol in a circle - Free interface icons" id="155" name="Google Shape;155;p19"/>
          <p:cNvPicPr preferRelativeResize="0"/>
          <p:nvPr/>
        </p:nvPicPr>
        <p:blipFill rotWithShape="1">
          <a:blip r:embed="rId5">
            <a:alphaModFix/>
          </a:blip>
          <a:srcRect b="0" l="54627" r="0" t="0"/>
          <a:stretch/>
        </p:blipFill>
        <p:spPr>
          <a:xfrm>
            <a:off x="5961956" y="2246966"/>
            <a:ext cx="1327880" cy="351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486700" y="182850"/>
            <a:ext cx="58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9" title="Microsoft_Excel-Logo.wine-Photoroo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49" y="89300"/>
            <a:ext cx="1246807" cy="83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9900" y="2863800"/>
            <a:ext cx="3471427" cy="231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36354" y="1292879"/>
            <a:ext cx="129377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1730127" y="1292879"/>
            <a:ext cx="2649578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processing - Free computer icons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77" y="2534582"/>
            <a:ext cx="3313981" cy="3313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1067475" y="164200"/>
            <a:ext cx="5879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99" y="164200"/>
            <a:ext cx="1246792" cy="83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title="Data Processing Exce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8925" y="2453257"/>
            <a:ext cx="6429620" cy="34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36354" y="1370517"/>
            <a:ext cx="129377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1730125" y="1370525"/>
            <a:ext cx="35562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visualization - Free marketing icons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712" y="2584873"/>
            <a:ext cx="3891951" cy="3891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1086300" y="255500"/>
            <a:ext cx="5861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27252" y="239849"/>
            <a:ext cx="1293773" cy="862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title="Daily Trend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5200" y="2332888"/>
            <a:ext cx="6551904" cy="21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6875900" y="242944"/>
            <a:ext cx="4459800" cy="5850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REPORT/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060700" y="119950"/>
            <a:ext cx="5815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25" y="119950"/>
            <a:ext cx="1246802" cy="83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title="Pizza Sales Exc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4788" y="1352075"/>
            <a:ext cx="9922416" cy="49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327804" y="1673525"/>
            <a:ext cx="10248181" cy="4193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need to analyze key indicators for our pizza sales data to gain insights into our business performance. Specifically, we want to calculate the following metrics: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B3C6E7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Revenue: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total price of all pizza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Order Value: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amount spent per order, calculated by dividing the total revenue by the total number of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Pizzas Sold: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quantities of all pizzas sold.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Orders: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total number of orders placed.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Pizzas Per Order: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number of pizzas sold per order, calculated by dividing the total number of pizzas sold by the total number of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327804" y="1065010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KPI’s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450" y="1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327804" y="1404834"/>
            <a:ext cx="11593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would like to visualize various aspects of our pizza sales data to gain insights and understand key trends. We have identified the following requirements for creating charts: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for Total Pizzas Sold: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that displays the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of total orders over a specific time period. This chart will help us identify any patterns or fluctuations in order volumes on a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Hourly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Trend for Total Orders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line chart that illustrates the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hourly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of total orders throughout the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day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This chart will allow us to identify peak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hours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 periods of high order activity.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3.Percentage of Sales by Pizza Category: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327804" y="113936"/>
            <a:ext cx="864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327804" y="1404834"/>
            <a:ext cx="115938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4.Percentage of Sales by Pizza Size: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Generate a pie chart that represents the percentage of sales attributed to different pizza sizes. This chart will help us understand customer preferences for pizza sizes and their impact on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5.Total Pizzas Sold by Pizza Category: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funnel chart that presents the total number of pizzas sold for each pizza category. This chart will allow us to compare the sales performance of different pizza categories.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6.Top 5 Best Sellers by 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Pizzas Sold: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highlighting the top 5 best-selling pizzas based on the Revenue, Total Quantity, Total Orders. This chart will help us identify the most popular pizza options.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 Bottom 5 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Worst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Sellers by 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 Sold: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showcasing the bottom 5 worst-selling pizzas based on the Revenue, Total Quantity, Total Orders. This chart will enable us to identify underperforming or less popular pizza options.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SOFTWARE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327804" y="1366935"/>
            <a:ext cx="8648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 OFFICE/ EXCEL: 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VERSION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 SERVER MANAGEMENT STUDIO 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20.0.70.0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