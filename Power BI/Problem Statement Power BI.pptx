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Lato Black"/>
      <p:bold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.fntdata"/><Relationship Id="rId22" Type="http://schemas.openxmlformats.org/officeDocument/2006/relationships/font" Target="fonts/CenturyGothic-regular.fntdata"/><Relationship Id="rId21" Type="http://schemas.openxmlformats.org/officeDocument/2006/relationships/font" Target="fonts/LatoBlack-boldItalic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670915" y="2503397"/>
            <a:ext cx="6849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631" y="4030384"/>
            <a:ext cx="1935214" cy="1935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976" y="4203766"/>
            <a:ext cx="1679450" cy="1761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90700" y="1426800"/>
            <a:ext cx="28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92D050"/>
                </a:solidFill>
                <a:latin typeface="Lato Black"/>
                <a:ea typeface="Lato Black"/>
                <a:cs typeface="Lato Black"/>
                <a:sym typeface="Lato Black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POWER BI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, create, database, hd, new, plus, server icon - Download on Iconfinder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827" y="2708337"/>
            <a:ext cx="2839528" cy="283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New 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0425" y="1310125"/>
            <a:ext cx="5549706" cy="52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327701" y="1310125"/>
            <a:ext cx="16014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5940" y="1310135"/>
            <a:ext cx="6222521" cy="5366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Import / Export through files — CMDBuild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63" y="2108610"/>
            <a:ext cx="4050649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676" y="2443161"/>
            <a:ext cx="10919534" cy="37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69351" y="1310125"/>
            <a:ext cx="2359500" cy="6465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928950" y="1310125"/>
            <a:ext cx="20001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 PNGs for Free Download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88" y="2851030"/>
            <a:ext cx="3159830" cy="254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QL Queri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9075" y="1310124"/>
            <a:ext cx="5063195" cy="52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670915" y="2503397"/>
            <a:ext cx="684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90700" y="1426800"/>
            <a:ext cx="293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8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3625" y="4000075"/>
            <a:ext cx="4064750" cy="22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CONNECTING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70" y="2512985"/>
            <a:ext cx="2513849" cy="301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44257" t="0"/>
          <a:stretch/>
        </p:blipFill>
        <p:spPr>
          <a:xfrm>
            <a:off x="4675950" y="2246966"/>
            <a:ext cx="1631368" cy="351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5" name="Google Shape;155;p19"/>
          <p:cNvPicPr preferRelativeResize="0"/>
          <p:nvPr/>
        </p:nvPicPr>
        <p:blipFill rotWithShape="1">
          <a:blip r:embed="rId5">
            <a:alphaModFix/>
          </a:blip>
          <a:srcRect b="0" l="54627" r="0" t="0"/>
          <a:stretch/>
        </p:blipFill>
        <p:spPr>
          <a:xfrm>
            <a:off x="5961956" y="2246966"/>
            <a:ext cx="1327880" cy="35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486701" y="182841"/>
            <a:ext cx="402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1900" y="3025862"/>
            <a:ext cx="3471425" cy="19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4400" y="224888"/>
            <a:ext cx="1327875" cy="74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36354" y="1292879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730127" y="1292879"/>
            <a:ext cx="2649578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processing - Free computer icons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77" y="2534582"/>
            <a:ext cx="3313981" cy="331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067486" y="164196"/>
            <a:ext cx="402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425" y="256538"/>
            <a:ext cx="1149005" cy="64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title="cleaning Power B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1813" y="1676400"/>
            <a:ext cx="663892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36354" y="1370517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730125" y="1370525"/>
            <a:ext cx="35562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visualization - Free marketing icons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12" y="2584873"/>
            <a:ext cx="3891951" cy="389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086293" y="255507"/>
            <a:ext cx="402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97" y="307125"/>
            <a:ext cx="1293775" cy="72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title="Daily Tren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0750" y="2191038"/>
            <a:ext cx="5747125" cy="2475915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060695" y="119957"/>
            <a:ext cx="402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50" y="181511"/>
            <a:ext cx="1258437" cy="7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Daily Tre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200" y="1463263"/>
            <a:ext cx="10010775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5501425" y="243069"/>
            <a:ext cx="4459800" cy="5847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060695" y="119957"/>
            <a:ext cx="402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75" y="181513"/>
            <a:ext cx="1258348" cy="7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 title="Daily Tre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825" y="1471613"/>
            <a:ext cx="1022032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analyze key indicators for our pizza sales data to gain insights into our business performance. Specifically, we want to calculate the following metrics: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B3C6E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Revenue: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total price of all pizza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Order Value: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amount spent per order, calculated by dividing the total revenue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quantities of all pizzas sold.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Orders: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orders placed.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Pizzas Per Order: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number of pizzas sold per order, calculated by dividing the total number of pizzas sold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KPI’s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/>
          <p:nvPr/>
        </p:nvSpPr>
        <p:spPr>
          <a:xfrm>
            <a:off x="450" y="1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327804" y="1404834"/>
            <a:ext cx="11593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would like to visualize various aspects of our pizza sales data to gain insights and understand key trends. We have identified the following requirements for creating charts: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1.Daily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Trend for Total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that displays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over a specific time period. This chart will help us identify any patterns or fluctuations in order volumes on a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Trend for Total Orders: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line chart that illustrates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throughout the year. This chart will allow us to identify peak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months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 periods of high order activity.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3.Percentage of Sales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327804" y="113936"/>
            <a:ext cx="864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327804" y="1404834"/>
            <a:ext cx="115938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4.Percentage of Sales by Pizza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 a pie chart that represents the percentage of sales attributed to different pizza sizes. This chart will help us understand customer preferences for pizza sizes and their impact on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5.Total Pizzas Sold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funnel chart that presents the total number of pizzas sold for each pizza category. This chart will allow us to compare the sales performance of different pizza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6.Top 5 Best Sellers by Revenue, Total Quantity and Total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highlighting the top 5 best-selling pizzas based on the Revenue, Total Quantity, Total Orders. This chart will help us identify the most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Bottom 5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Worst 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Sellers by Revenue, Total Quantity and Total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SOFTWARE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327804" y="1366935"/>
            <a:ext cx="8648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 OFFICE/ EXCEL: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SERVER MANAGEMENT STUDIO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20.0.70.0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A8D08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POWER BI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2026.2.0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