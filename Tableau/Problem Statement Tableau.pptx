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Lato Black"/>
      <p:bold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.fntdata"/><Relationship Id="rId22" Type="http://schemas.openxmlformats.org/officeDocument/2006/relationships/font" Target="fonts/CenturyGothic-regular.fntdata"/><Relationship Id="rId21" Type="http://schemas.openxmlformats.org/officeDocument/2006/relationships/font" Target="fonts/LatoBlack-boldItalic.fntdata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670915" y="2503397"/>
            <a:ext cx="6849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631" y="4030384"/>
            <a:ext cx="1935214" cy="1935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8976" y="4203766"/>
            <a:ext cx="1679450" cy="176183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990700" y="1426800"/>
            <a:ext cx="28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92D050"/>
                </a:solidFill>
                <a:latin typeface="Lato Black"/>
                <a:ea typeface="Lato Black"/>
                <a:cs typeface="Lato Black"/>
                <a:sym typeface="Lato Black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5491" y="157641"/>
            <a:ext cx="1124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</a:t>
            </a:r>
            <a:r>
              <a:rPr lang="en-IN" sz="44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TABLEAU </a:t>
            </a: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, create, database, hd, new, plus, server icon - Download on Iconfinder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827" y="2708337"/>
            <a:ext cx="2839528" cy="2839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New D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6850" y="1310125"/>
            <a:ext cx="5494825" cy="52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327701" y="1310125"/>
            <a:ext cx="16014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5940" y="1310135"/>
            <a:ext cx="6222520" cy="536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Import / Export through files — CMDBuild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463" y="2108610"/>
            <a:ext cx="4050649" cy="405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676" y="2443161"/>
            <a:ext cx="10919534" cy="374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69351" y="1310125"/>
            <a:ext cx="2359500" cy="6465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928950" y="1310125"/>
            <a:ext cx="20001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 PNGs for Free Download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88" y="2851030"/>
            <a:ext cx="3159830" cy="254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SQL Queri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9800" y="1310125"/>
            <a:ext cx="5047900" cy="5192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670915" y="2503397"/>
            <a:ext cx="684937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TABLEAU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990700" y="1426800"/>
            <a:ext cx="293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au Logo PNG Vectors Free Download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961" y="3857002"/>
            <a:ext cx="2475543" cy="244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CONNECTING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70" y="2512985"/>
            <a:ext cx="2513849" cy="3015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44257" t="0"/>
          <a:stretch/>
        </p:blipFill>
        <p:spPr>
          <a:xfrm>
            <a:off x="4675950" y="2246966"/>
            <a:ext cx="1631368" cy="3510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5" name="Google Shape;155;p19"/>
          <p:cNvPicPr preferRelativeResize="0"/>
          <p:nvPr/>
        </p:nvPicPr>
        <p:blipFill rotWithShape="1">
          <a:blip r:embed="rId5">
            <a:alphaModFix/>
          </a:blip>
          <a:srcRect b="0" l="54627" r="0" t="0"/>
          <a:stretch/>
        </p:blipFill>
        <p:spPr>
          <a:xfrm>
            <a:off x="5961956" y="2246966"/>
            <a:ext cx="1327880" cy="3510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eau Logo PNG Vectors Free Download" id="156" name="Google Shape;15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4687" y="2786332"/>
            <a:ext cx="2475543" cy="2442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19"/>
          <p:cNvGrpSpPr/>
          <p:nvPr/>
        </p:nvGrpSpPr>
        <p:grpSpPr>
          <a:xfrm>
            <a:off x="836762" y="182841"/>
            <a:ext cx="4679913" cy="830997"/>
            <a:chOff x="836762" y="182841"/>
            <a:chExt cx="4679913" cy="830997"/>
          </a:xfrm>
        </p:grpSpPr>
        <p:sp>
          <p:nvSpPr>
            <p:cNvPr id="158" name="Google Shape;158;p19"/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IN" sz="4800" u="none" cap="none" strike="noStrike">
                  <a:solidFill>
                    <a:srgbClr val="00B0F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TABLEAU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ableau Logo PNG Vectors Free Download" id="159" name="Google Shape;159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36762" y="313974"/>
              <a:ext cx="576416" cy="5687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36354" y="1292879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730127" y="1292879"/>
            <a:ext cx="2649578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processing - Free computer icons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77" y="2534582"/>
            <a:ext cx="3313981" cy="33139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0"/>
          <p:cNvGrpSpPr/>
          <p:nvPr/>
        </p:nvGrpSpPr>
        <p:grpSpPr>
          <a:xfrm>
            <a:off x="417547" y="164196"/>
            <a:ext cx="4679913" cy="830997"/>
            <a:chOff x="836762" y="182841"/>
            <a:chExt cx="4679913" cy="830997"/>
          </a:xfrm>
        </p:grpSpPr>
        <p:sp>
          <p:nvSpPr>
            <p:cNvPr id="169" name="Google Shape;169;p20"/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IN" sz="4800" u="none" cap="none" strike="noStrike">
                  <a:solidFill>
                    <a:srgbClr val="00B0F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TABLEAU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ableau Logo PNG Vectors Free Download" id="170" name="Google Shape;17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6762" y="313974"/>
              <a:ext cx="576416" cy="5687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1" name="Google Shape;1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2330" y="1930879"/>
            <a:ext cx="4231028" cy="347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36354" y="1370517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1730125" y="1370525"/>
            <a:ext cx="35562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visualization - Free marketing icons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712" y="2584873"/>
            <a:ext cx="3891951" cy="3891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21"/>
          <p:cNvGrpSpPr/>
          <p:nvPr/>
        </p:nvGrpSpPr>
        <p:grpSpPr>
          <a:xfrm>
            <a:off x="436354" y="255507"/>
            <a:ext cx="4679913" cy="830997"/>
            <a:chOff x="836762" y="182841"/>
            <a:chExt cx="4679913" cy="830997"/>
          </a:xfrm>
        </p:grpSpPr>
        <p:sp>
          <p:nvSpPr>
            <p:cNvPr id="181" name="Google Shape;181;p21"/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IN" sz="4800" u="none" cap="none" strike="noStrike">
                  <a:solidFill>
                    <a:srgbClr val="00B0F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TABLEAU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ableau Logo PNG Vectors Free Download" id="182" name="Google Shape;182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6762" y="313974"/>
              <a:ext cx="576416" cy="5687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21" title="Best Worst Seller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8529" y="2016850"/>
            <a:ext cx="6250795" cy="307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5501425" y="243069"/>
            <a:ext cx="4459857" cy="584775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REPORT/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22"/>
          <p:cNvGrpSpPr/>
          <p:nvPr/>
        </p:nvGrpSpPr>
        <p:grpSpPr>
          <a:xfrm>
            <a:off x="410756" y="119957"/>
            <a:ext cx="4679913" cy="830997"/>
            <a:chOff x="836762" y="182841"/>
            <a:chExt cx="4679913" cy="830997"/>
          </a:xfrm>
        </p:grpSpPr>
        <p:sp>
          <p:nvSpPr>
            <p:cNvPr id="191" name="Google Shape;191;p22"/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IN" sz="4800" u="none" cap="none" strike="noStrike">
                  <a:solidFill>
                    <a:srgbClr val="00B0F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TABLEAU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ableau Logo PNG Vectors Free Download" id="192" name="Google Shape;19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6762" y="313974"/>
              <a:ext cx="576416" cy="5687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3" name="Google Shape;193;p22" title="Pizza Sales Repor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125" y="1128713"/>
            <a:ext cx="9686925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5501425" y="243069"/>
            <a:ext cx="4459800" cy="5847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REPORT/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23"/>
          <p:cNvGrpSpPr/>
          <p:nvPr/>
        </p:nvGrpSpPr>
        <p:grpSpPr>
          <a:xfrm>
            <a:off x="410756" y="119957"/>
            <a:ext cx="4679913" cy="830997"/>
            <a:chOff x="836762" y="182841"/>
            <a:chExt cx="4679913" cy="830997"/>
          </a:xfrm>
        </p:grpSpPr>
        <p:sp>
          <p:nvSpPr>
            <p:cNvPr id="201" name="Google Shape;201;p23"/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IN" sz="4800" u="none" cap="none" strike="noStrike">
                  <a:solidFill>
                    <a:srgbClr val="00B0F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TABLEAU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ableau Logo PNG Vectors Free Download" id="202" name="Google Shape;202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6762" y="313974"/>
              <a:ext cx="576416" cy="5687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3" name="Google Shape;203;p23" title="Best Worst Seller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350" y="1147388"/>
            <a:ext cx="9639300" cy="53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need to analyze key indicators for our pizza sales data to gain insights into our business performance. Specifically, we want to calculate the following metrics: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B3C6E7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Revenue: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total price of all pizza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Order Value: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amount spent per order, calculated by dividing the total revenue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Pizzas Sold: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quantities of all pizzas sold.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Orders: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orders placed.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Pizzas Per Order: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number of pizzas sold per order, calculated by dividing the total number of pizzas sold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KPI’s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450" y="1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327804" y="1404834"/>
            <a:ext cx="11593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would like to visualize various aspects of our pizza sales data to gain insights and understand key trends. We have identified the following requirements for creating charts: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Hourly Trend for Total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Pizzas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stacked bar chart that displays the hourly trend of total orders over a specific time period. This chart will help us identify any patterns or fluctuations in order volumes on a hourly basis.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2.Weekly Trend for Total Orders: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line chart that illustrates the weekly trend of total orders throughout the year. This chart will allow us to identify peak weeks or periods of high order activity.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3.Percentage of Sales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327804" y="113936"/>
            <a:ext cx="864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327804" y="1404834"/>
            <a:ext cx="115938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4.Percentage of Sales by Pizza Size: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Generate a pie chart that represents the percentage of sales attributed to different pizza sizes. This chart will help us understand customer preferences for pizza sizes and their impact on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5.Total Pizzas Sold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funnel chart that presents the total number of pizzas sold for each pizza category. This chart will allow us to compare the sales performance of different pizza categories.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6.Top 5 Best Sellers by Revenue, Total Quantity and Total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highlighting the top 5 best-selling pizzas based on the Revenue, Total Quantity, Total Orders. This chart will help us identify the most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 Bottom 5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Worst 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Sellers by Revenue, Total Quantity and Total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SOFTWARE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327804" y="1366935"/>
            <a:ext cx="8648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 OFFICE/ EXCEL: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VERSION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 SERVER MANAGEMENT STUDIO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20.0.70.0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A8D08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TABLEAU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2026.2.0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